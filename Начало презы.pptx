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6" r:id="rId5"/>
    <p:sldId id="281" r:id="rId6"/>
  </p:sldIdLst>
  <p:sldSz cx="12192000" cy="6858000"/>
  <p:notesSz cx="6858000" cy="9144000"/>
  <p:defaultTextStyle>
    <a:defPPr rtl="0">
      <a:defRPr lang="ru-MO"/>
    </a:defPPr>
    <a:lvl1pPr marL="0" algn="l" defTabSz="914400" rtl="0" eaLnBrk="1" latinLnBrk="0" hangingPunct="1">
      <a:defRPr lang="ru-MO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MO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MO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MO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MO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MO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MO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MO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MO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296" userDrawn="1">
          <p15:clr>
            <a:srgbClr val="A4A3A4"/>
          </p15:clr>
        </p15:guide>
        <p15:guide id="2" pos="384" userDrawn="1">
          <p15:clr>
            <a:srgbClr val="A4A3A4"/>
          </p15:clr>
        </p15:guide>
        <p15:guide id="3" orient="horz" pos="528" userDrawn="1">
          <p15:clr>
            <a:srgbClr val="A4A3A4"/>
          </p15:clr>
        </p15:guide>
        <p15:guide id="4" orient="horz" pos="3552" userDrawn="1">
          <p15:clr>
            <a:srgbClr val="A4A3A4"/>
          </p15:clr>
        </p15:guide>
        <p15:guide id="5" orient="horz" pos="768" userDrawn="1">
          <p15:clr>
            <a:srgbClr val="A4A3A4"/>
          </p15:clr>
        </p15:guide>
        <p15:guide id="7" pos="4032" userDrawn="1">
          <p15:clr>
            <a:srgbClr val="A4A3A4"/>
          </p15:clr>
        </p15:guide>
        <p15:guide id="9" pos="3648" userDrawn="1">
          <p15:clr>
            <a:srgbClr val="A4A3A4"/>
          </p15:clr>
        </p15:guide>
        <p15:guide id="10" orient="horz" pos="1536" userDrawn="1">
          <p15:clr>
            <a:srgbClr val="A4A3A4"/>
          </p15:clr>
        </p15:guide>
        <p15:guide id="11" orient="horz" pos="18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Автор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701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pos="7296"/>
        <p:guide pos="384"/>
        <p:guide orient="horz" pos="528"/>
        <p:guide orient="horz" pos="3552"/>
        <p:guide orient="horz" pos="768"/>
        <p:guide pos="4032"/>
        <p:guide pos="3648"/>
        <p:guide orient="horz" pos="1536"/>
        <p:guide orient="horz" pos="18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7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96DF4A1-647D-45ED-4039-DB1F96860E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MO"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5B069F-A8F2-8387-8C92-A2E5464B75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MO" sz="1200"/>
            </a:lvl1pPr>
          </a:lstStyle>
          <a:p>
            <a:pPr rtl="0"/>
            <a:fld id="{653DF011-7E5D-410B-B704-516B718BB50A}" type="datetime1">
              <a:rPr lang="ru-RU" smtClean="0"/>
              <a:t>14.05.2026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510553D-995D-EFE2-4EAC-170D76D066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MO"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3C3C56-8BAD-E984-BB24-4EA71CA2EB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MO" sz="1200"/>
            </a:lvl1pPr>
          </a:lstStyle>
          <a:p>
            <a:pPr rtl="0"/>
            <a:fld id="{44AAF311-A558-444C-927C-8328B655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2189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MO"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MO" sz="1200"/>
            </a:lvl1pPr>
          </a:lstStyle>
          <a:p>
            <a:fld id="{D4D2DA09-4E9C-44B8-BC33-6EB8C02EED6A}" type="datetime1">
              <a:rPr lang="ru-RU" smtClean="0"/>
              <a:pPr/>
              <a:t>14.05.2026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MO"/>
            </a:defPPr>
          </a:lstStyle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MO"/>
            </a:def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MO"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MO" sz="1200"/>
            </a:lvl1pPr>
          </a:lstStyle>
          <a:p>
            <a:pPr rtl="0"/>
            <a:fld id="{821E5FCA-B2DD-C941-A2C1-638939433487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248964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ru-MO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MO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MO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MO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MO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MO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MO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MO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MO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MO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MO"/>
            </a:defPPr>
          </a:lstStyle>
          <a:p>
            <a:pPr rtl="0"/>
            <a:fld id="{821E5FCA-B2DD-C941-A2C1-63893943348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009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MO"/>
            </a:defPPr>
          </a:lstStyle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MO"/>
            </a:defPPr>
          </a:lstStyle>
          <a:p>
            <a:pPr rtl="0"/>
            <a:fld id="{821E5FCA-B2DD-C941-A2C1-63893943348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63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734DBF-D33A-9B28-288C-C2DAB9E541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rtlCol="0" anchor="t">
            <a:noAutofit/>
          </a:bodyPr>
          <a:lstStyle>
            <a:lvl1pPr algn="l">
              <a:defRPr lang="ru-MO"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 rtlCol="0"/>
          <a:lstStyle>
            <a:lvl1pPr marL="0" indent="0" algn="l">
              <a:buNone/>
              <a:defRPr lang="ru-MO" sz="2400" b="1" baseline="0">
                <a:latin typeface="+mn-lt"/>
              </a:defRPr>
            </a:lvl1pPr>
            <a:lvl2pPr marL="457200" indent="0" algn="ctr">
              <a:buNone/>
              <a:defRPr lang="ru-MO" sz="2000"/>
            </a:lvl2pPr>
            <a:lvl3pPr marL="914400" indent="0" algn="ctr">
              <a:buNone/>
              <a:defRPr lang="ru-MO" sz="1800"/>
            </a:lvl3pPr>
            <a:lvl4pPr marL="1371600" indent="0" algn="ctr">
              <a:buNone/>
              <a:defRPr lang="ru-MO" sz="1600"/>
            </a:lvl4pPr>
            <a:lvl5pPr marL="1828800" indent="0" algn="ctr">
              <a:buNone/>
              <a:defRPr lang="ru-MO" sz="1600"/>
            </a:lvl5pPr>
            <a:lvl6pPr marL="2286000" indent="0" algn="ctr">
              <a:buNone/>
              <a:defRPr lang="ru-MO" sz="1600"/>
            </a:lvl6pPr>
            <a:lvl7pPr marL="2743200" indent="0" algn="ctr">
              <a:buNone/>
              <a:defRPr lang="ru-MO" sz="1600"/>
            </a:lvl7pPr>
            <a:lvl8pPr marL="3200400" indent="0" algn="ctr">
              <a:buNone/>
              <a:defRPr lang="ru-MO" sz="1600"/>
            </a:lvl8pPr>
            <a:lvl9pPr marL="3657600" indent="0" algn="ctr">
              <a:buNone/>
              <a:defRPr lang="ru-MO"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1D3B0F0-DE71-18AB-7957-4CFA29C3A3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57290"/>
            <a:ext cx="5797296" cy="600071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04770F-E995-EF98-B4D1-9F13733EEF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07199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 rtlCol="0"/>
          <a:lstStyle>
            <a:lvl1pPr algn="r">
              <a:defRPr lang="ru-MO" sz="4800" cap="all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00" y="1216025"/>
            <a:ext cx="5184648" cy="4416425"/>
          </a:xfrm>
        </p:spPr>
        <p:txBody>
          <a:bodyPr rtlCol="0" anchor="ctr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MO" sz="2400" b="1" spc="2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lang="ru-MO" sz="24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lang="ru-MO" sz="24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lang="ru-MO" sz="24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lang="ru-MO" sz="24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84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328C38-4E83-27EA-9D01-DDDF734988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70576" y="3428234"/>
            <a:ext cx="6821424" cy="342976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270B91D-A39E-3D53-DBBB-DF836D19BE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4654518" cy="5239512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 rtlCol="0"/>
          <a:lstStyle>
            <a:lvl1pPr algn="r">
              <a:defRPr lang="ru-MO" sz="4800" cap="all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00" y="1216025"/>
            <a:ext cx="5184648" cy="4416425"/>
          </a:xfr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ru-MO"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lang="ru-MO"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lang="ru-MO"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lang="ru-MO"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lang="ru-MO" sz="16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50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EC1861-1570-5A6A-D3BA-4A17F008A5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rtlCol="0" anchor="t">
            <a:noAutofit/>
          </a:bodyPr>
          <a:lstStyle>
            <a:lvl1pPr algn="l">
              <a:defRPr lang="ru-MO"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4901184"/>
            <a:ext cx="10040112" cy="1280160"/>
          </a:xfrm>
        </p:spPr>
        <p:txBody>
          <a:bodyPr rtlCol="0"/>
          <a:lstStyle>
            <a:lvl1pPr marL="0" indent="0" algn="l">
              <a:buNone/>
              <a:defRPr lang="ru-MO" sz="2400" b="1" baseline="0">
                <a:latin typeface="+mn-lt"/>
              </a:defRPr>
            </a:lvl1pPr>
            <a:lvl2pPr marL="457200" indent="0" algn="ctr">
              <a:buNone/>
              <a:defRPr lang="ru-MO" sz="2000"/>
            </a:lvl2pPr>
            <a:lvl3pPr marL="914400" indent="0" algn="ctr">
              <a:buNone/>
              <a:defRPr lang="ru-MO" sz="1800"/>
            </a:lvl3pPr>
            <a:lvl4pPr marL="1371600" indent="0" algn="ctr">
              <a:buNone/>
              <a:defRPr lang="ru-MO" sz="1600"/>
            </a:lvl4pPr>
            <a:lvl5pPr marL="1828800" indent="0" algn="ctr">
              <a:buNone/>
              <a:defRPr lang="ru-MO" sz="1600"/>
            </a:lvl5pPr>
            <a:lvl6pPr marL="2286000" indent="0" algn="ctr">
              <a:buNone/>
              <a:defRPr lang="ru-MO" sz="1600"/>
            </a:lvl6pPr>
            <a:lvl7pPr marL="2743200" indent="0" algn="ctr">
              <a:buNone/>
              <a:defRPr lang="ru-MO" sz="1600"/>
            </a:lvl7pPr>
            <a:lvl8pPr marL="3200400" indent="0" algn="ctr">
              <a:buNone/>
              <a:defRPr lang="ru-MO" sz="1600"/>
            </a:lvl8pPr>
            <a:lvl9pPr marL="3657600" indent="0" algn="ctr">
              <a:buNone/>
              <a:defRPr lang="ru-MO"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437D9B2-AE86-9092-7072-0F717E3CA8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655535"/>
            <a:ext cx="4727448" cy="320246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BF7E0A5-7E8E-4A90-B415-12984C7AB24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48245" y="0"/>
            <a:ext cx="5643755" cy="2313432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 rtlCol="0"/>
          <a:lstStyle>
            <a:lvl1pPr algn="r">
              <a:defRPr lang="ru-MO" sz="4800" cap="all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00" y="1216025"/>
            <a:ext cx="5184648" cy="4416425"/>
          </a:xfr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ru-MO"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lang="ru-MO"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lang="ru-MO"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lang="ru-MO"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lang="ru-MO" sz="16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0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одержимое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FA7995-D0F4-05F2-CDF1-463407E3B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1909" y="0"/>
            <a:ext cx="5160091" cy="40416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92D768B-E662-B315-7576-313DFCE2AB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127248"/>
            <a:ext cx="4162200" cy="373075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ru-MO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2647" y="2441448"/>
            <a:ext cx="10972800" cy="3044952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000"/>
              </a:spcBef>
              <a:defRPr lang="ru-MO"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lang="ru-MO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ru-MO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ru-MO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ru-MO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39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8303F0-A6CC-605A-D08C-4E4ED07C2F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196903" cy="361188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4458FB-E7BB-F476-4A31-9C5AA406E2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02680" y="4079057"/>
            <a:ext cx="5989320" cy="2778943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40" y="2651760"/>
            <a:ext cx="6309360" cy="1580714"/>
          </a:xfrm>
        </p:spPr>
        <p:txBody>
          <a:bodyPr lIns="91440" rIns="91440" rtlCol="0" anchor="t"/>
          <a:lstStyle>
            <a:lvl1pPr algn="l">
              <a:lnSpc>
                <a:spcPct val="100000"/>
              </a:lnSpc>
              <a:defRPr lang="ru-MO" sz="2800" cap="none" spc="2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94138E8D-4D76-2023-4B97-8ACB8894C5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63240" y="4232475"/>
            <a:ext cx="5775960" cy="333945"/>
          </a:xfrm>
        </p:spPr>
        <p:txBody>
          <a:bodyPr rtlCol="0"/>
          <a:lstStyle>
            <a:lvl1pPr marL="0" indent="0">
              <a:buNone/>
              <a:defRPr lang="ru-MO" sz="1800" spc="200" baseline="0"/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7" name="Текст 13">
            <a:extLst>
              <a:ext uri="{FF2B5EF4-FFF2-40B4-BE49-F238E27FC236}">
                <a16:creationId xmlns:a16="http://schemas.microsoft.com/office/drawing/2014/main" id="{D1FFE415-7AFC-D826-1BD1-1993DED3B0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37922" y="3591339"/>
            <a:ext cx="1171575" cy="2387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ru-MO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 rtl="0">
              <a:spcBef>
                <a:spcPct val="0"/>
              </a:spcBef>
            </a:pPr>
            <a:r>
              <a:rPr lang="ru-RU" noProof="0"/>
              <a:t>”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0962DFC0-ADB3-684B-6F72-9C45BB48C2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261" y="1982216"/>
            <a:ext cx="1171575" cy="238658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ru-MO" sz="17000" b="1" cap="all" spc="300" dirty="0">
                <a:ln w="28575">
                  <a:solidFill>
                    <a:schemeClr val="tx1"/>
                  </a:solidFill>
                </a:ln>
                <a:noFill/>
                <a:latin typeface="+mj-lt"/>
                <a:ea typeface="+mj-ea"/>
              </a:defRPr>
            </a:lvl1pPr>
          </a:lstStyle>
          <a:p>
            <a:pPr marL="914400" lvl="0" indent="-1143000" rtl="0">
              <a:spcBef>
                <a:spcPct val="0"/>
              </a:spcBef>
            </a:pPr>
            <a:r>
              <a:rPr lang="ru-RU" noProof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330879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C6FB24-160F-388E-8450-E5C970E243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4792"/>
            <a:ext cx="5359935" cy="509320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0AF7F25-1C65-DB7F-9FA3-300318BD4B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62085" y="0"/>
            <a:ext cx="2929915" cy="2752344"/>
          </a:xfrm>
          <a:prstGeom prst="rect">
            <a:avLst/>
          </a:prstGeom>
        </p:spPr>
      </p:pic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ru-MO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Рисунок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60120" y="2450592"/>
            <a:ext cx="2057400" cy="2057400"/>
          </a:xfrm>
        </p:spPr>
        <p:txBody>
          <a:bodyPr rtlCol="0">
            <a:normAutofit/>
          </a:bodyPr>
          <a:lstStyle>
            <a:lvl1pPr marL="0" indent="0">
              <a:buNone/>
              <a:defRPr lang="ru-MO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0" name="Текст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956" y="4611550"/>
            <a:ext cx="228600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1" name="Текст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956" y="4865225"/>
            <a:ext cx="2286000" cy="18288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1200" b="0" spc="2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7" name="Рисунок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30752" y="2450592"/>
            <a:ext cx="2057400" cy="2057400"/>
          </a:xfrm>
        </p:spPr>
        <p:txBody>
          <a:bodyPr rtlCol="0">
            <a:normAutofit/>
          </a:bodyPr>
          <a:lstStyle>
            <a:lvl1pPr marL="0" indent="0">
              <a:buNone/>
              <a:defRPr lang="ru-MO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2" name="Текст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29588" y="4611550"/>
            <a:ext cx="228600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3" name="Текст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29588" y="4865225"/>
            <a:ext cx="2286000" cy="18288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1200" b="0" spc="2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8" name="Рисунок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4808" y="2450592"/>
            <a:ext cx="2057400" cy="2057400"/>
          </a:xfrm>
        </p:spPr>
        <p:txBody>
          <a:bodyPr rtlCol="0">
            <a:normAutofit/>
          </a:bodyPr>
          <a:lstStyle>
            <a:lvl1pPr marL="0" indent="0">
              <a:buNone/>
              <a:defRPr lang="ru-MO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4" name="Текст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3644" y="4611550"/>
            <a:ext cx="228600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5" name="Текст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3644" y="4865225"/>
            <a:ext cx="2286000" cy="18288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1200" b="0" spc="2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9" name="Рисунок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98864" y="2450592"/>
            <a:ext cx="2057400" cy="2057400"/>
          </a:xfrm>
        </p:spPr>
        <p:txBody>
          <a:bodyPr rtlCol="0">
            <a:normAutofit/>
          </a:bodyPr>
          <a:lstStyle>
            <a:lvl1pPr marL="0" indent="0">
              <a:buNone/>
              <a:defRPr lang="ru-MO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6" name="Текст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97700" y="4611550"/>
            <a:ext cx="228600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1400" b="1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7" name="Текст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97700" y="4865225"/>
            <a:ext cx="2286000" cy="18288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1200" b="0" spc="2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6A3FD7E-DF96-B9E4-8D70-DA62CC33908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766265"/>
            <a:ext cx="5358384" cy="5091735"/>
          </a:xfrm>
          <a:prstGeom prst="rect">
            <a:avLst/>
          </a:prstGeom>
        </p:spPr>
      </p:pic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DCE0745D-AFE6-DE6D-B026-1FF13F34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ru-MO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0" name="Текст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2670048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ru-MO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1" name="Текст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094300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ru-MO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28" name="Текст 28">
            <a:extLst>
              <a:ext uri="{FF2B5EF4-FFF2-40B4-BE49-F238E27FC236}">
                <a16:creationId xmlns:a16="http://schemas.microsoft.com/office/drawing/2014/main" id="{739AFCF1-55F0-974F-0F5C-34444B290B5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4479943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ru-MO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77CF7DE5-8E6D-2C2C-A514-BAB6D4B6FF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4904195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ru-MO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6" name="Рисунок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993392" y="2450592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ru-MO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1" name="Рисунок 23">
            <a:extLst>
              <a:ext uri="{FF2B5EF4-FFF2-40B4-BE49-F238E27FC236}">
                <a16:creationId xmlns:a16="http://schemas.microsoft.com/office/drawing/2014/main" id="{DBA744D6-401F-C995-EF58-BD24A0DD8581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1993392" y="4260487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ru-MO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2" name="Текст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8688" y="2670048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ru-MO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3" name="Текст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8688" y="3094300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ru-MO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30" name="Текст 28">
            <a:extLst>
              <a:ext uri="{FF2B5EF4-FFF2-40B4-BE49-F238E27FC236}">
                <a16:creationId xmlns:a16="http://schemas.microsoft.com/office/drawing/2014/main" id="{B1201CED-247A-16CA-9F03-BF32393D3B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18688" y="4479943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ru-MO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31" name="Текст 28">
            <a:extLst>
              <a:ext uri="{FF2B5EF4-FFF2-40B4-BE49-F238E27FC236}">
                <a16:creationId xmlns:a16="http://schemas.microsoft.com/office/drawing/2014/main" id="{2D5FA954-036C-191F-7040-1848AB2BE3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18688" y="4904195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ru-MO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7" name="Рисунок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4745736" y="2450592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ru-MO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3" name="Рисунок 23">
            <a:extLst>
              <a:ext uri="{FF2B5EF4-FFF2-40B4-BE49-F238E27FC236}">
                <a16:creationId xmlns:a16="http://schemas.microsoft.com/office/drawing/2014/main" id="{8CFBAF86-D36B-F789-2C9C-78C6830B13C9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4745736" y="4260487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ru-MO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4" name="Текст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6787" y="2670048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ru-MO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5" name="Текст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66787" y="3094300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ru-MO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32" name="Текст 28">
            <a:extLst>
              <a:ext uri="{FF2B5EF4-FFF2-40B4-BE49-F238E27FC236}">
                <a16:creationId xmlns:a16="http://schemas.microsoft.com/office/drawing/2014/main" id="{6E32CE61-2D9B-C245-0D18-C33760B0853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66787" y="4479943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ru-MO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33" name="Текст 28">
            <a:extLst>
              <a:ext uri="{FF2B5EF4-FFF2-40B4-BE49-F238E27FC236}">
                <a16:creationId xmlns:a16="http://schemas.microsoft.com/office/drawing/2014/main" id="{E4068D0A-21CD-897C-9CC1-0BFDAABBD4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66787" y="4904195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ru-MO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8" name="Рисунок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498080" y="2450592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ru-MO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6" name="Рисунок 23">
            <a:extLst>
              <a:ext uri="{FF2B5EF4-FFF2-40B4-BE49-F238E27FC236}">
                <a16:creationId xmlns:a16="http://schemas.microsoft.com/office/drawing/2014/main" id="{C110D526-1AE4-5106-E956-0B2ED3A4D4BC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7498080" y="4260487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ru-MO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6" name="Текст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32520" y="2670048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ru-MO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17" name="Текст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32520" y="3094300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ru-MO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34" name="Текст 28">
            <a:extLst>
              <a:ext uri="{FF2B5EF4-FFF2-40B4-BE49-F238E27FC236}">
                <a16:creationId xmlns:a16="http://schemas.microsoft.com/office/drawing/2014/main" id="{3858F91A-46AA-AF23-2716-3B2B678BBE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732520" y="4479943"/>
            <a:ext cx="1399032" cy="411480"/>
          </a:xfrm>
        </p:spPr>
        <p:txBody>
          <a:bodyPr lIns="0" tIns="0" rIns="0" bIns="0" rtlCol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+mj-lt"/>
              <a:buNone/>
              <a:defRPr lang="ru-MO" sz="1400" b="1" cap="all" spc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Имя</a:t>
            </a:r>
          </a:p>
        </p:txBody>
      </p:sp>
      <p:sp>
        <p:nvSpPr>
          <p:cNvPr id="35" name="Текст 28">
            <a:extLst>
              <a:ext uri="{FF2B5EF4-FFF2-40B4-BE49-F238E27FC236}">
                <a16:creationId xmlns:a16="http://schemas.microsoft.com/office/drawing/2014/main" id="{EBC002F6-7435-833F-0E8B-30A53B0755A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32520" y="4904195"/>
            <a:ext cx="1399032" cy="517580"/>
          </a:xfrm>
        </p:spPr>
        <p:txBody>
          <a:bodyPr lIns="0" tIns="0" rIns="0" bIns="0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ru-MO" sz="1200" b="0" spc="100" baseline="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ru-RU" noProof="0"/>
              <a:t>Название</a:t>
            </a:r>
          </a:p>
        </p:txBody>
      </p:sp>
      <p:sp>
        <p:nvSpPr>
          <p:cNvPr id="9" name="Рисунок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10250424" y="2450592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ru-MO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7" name="Рисунок 23">
            <a:extLst>
              <a:ext uri="{FF2B5EF4-FFF2-40B4-BE49-F238E27FC236}">
                <a16:creationId xmlns:a16="http://schemas.microsoft.com/office/drawing/2014/main" id="{2CBF8435-BD05-F386-4E6E-F2B6F6894FD7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10250424" y="4260487"/>
            <a:ext cx="1161288" cy="1161288"/>
          </a:xfrm>
        </p:spPr>
        <p:txBody>
          <a:bodyPr rtlCol="0">
            <a:normAutofit/>
          </a:bodyPr>
          <a:lstStyle>
            <a:lvl1pPr marL="0" indent="0">
              <a:buNone/>
              <a:defRPr lang="ru-MO"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63C6C7E-F363-1F17-B288-D4D45B87028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D6D4091-312C-81B9-BAF6-5E0D6F665E5D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52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 столбц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345C5D8-082A-AC27-3801-7A6EC37519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09"/>
          <a:stretch/>
        </p:blipFill>
        <p:spPr>
          <a:xfrm>
            <a:off x="0" y="0"/>
            <a:ext cx="5467552" cy="235000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31883F-9B23-B442-5F02-C2D25BB37C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41236" y="1234440"/>
            <a:ext cx="4950764" cy="56235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ru-MO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2648" y="2438400"/>
            <a:ext cx="2029968" cy="530352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lang="ru-MO"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lang="ru-MO" sz="2000" b="1"/>
            </a:lvl2pPr>
            <a:lvl3pPr marL="914400" indent="0">
              <a:buNone/>
              <a:defRPr lang="ru-MO" sz="1800" b="1"/>
            </a:lvl3pPr>
            <a:lvl4pPr marL="1371600" indent="0">
              <a:buNone/>
              <a:defRPr lang="ru-MO" sz="1600" b="1"/>
            </a:lvl4pPr>
            <a:lvl5pPr marL="1828800" indent="0">
              <a:buNone/>
              <a:defRPr lang="ru-MO" sz="1600" b="1"/>
            </a:lvl5pPr>
            <a:lvl6pPr marL="2286000" indent="0">
              <a:buNone/>
              <a:defRPr lang="ru-MO" sz="1600" b="1"/>
            </a:lvl6pPr>
            <a:lvl7pPr marL="2743200" indent="0">
              <a:buNone/>
              <a:defRPr lang="ru-MO" sz="1600" b="1"/>
            </a:lvl7pPr>
            <a:lvl8pPr marL="3200400" indent="0">
              <a:buNone/>
              <a:defRPr lang="ru-MO" sz="1600" b="1"/>
            </a:lvl8pPr>
            <a:lvl9pPr marL="3657600" indent="0">
              <a:buNone/>
              <a:defRPr lang="ru-MO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2648" y="3127248"/>
            <a:ext cx="2029968" cy="2514600"/>
          </a:xfr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MO"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lang="ru-MO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ru-MO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ru-MO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ru-MO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843784" y="2438400"/>
            <a:ext cx="2029968" cy="530352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lang="ru-MO"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lang="ru-MO" sz="2000" b="1"/>
            </a:lvl2pPr>
            <a:lvl3pPr marL="914400" indent="0">
              <a:buNone/>
              <a:defRPr lang="ru-MO" sz="1800" b="1"/>
            </a:lvl3pPr>
            <a:lvl4pPr marL="1371600" indent="0">
              <a:buNone/>
              <a:defRPr lang="ru-MO" sz="1600" b="1"/>
            </a:lvl4pPr>
            <a:lvl5pPr marL="1828800" indent="0">
              <a:buNone/>
              <a:defRPr lang="ru-MO" sz="1600" b="1"/>
            </a:lvl5pPr>
            <a:lvl6pPr marL="2286000" indent="0">
              <a:buNone/>
              <a:defRPr lang="ru-MO" sz="1600" b="1"/>
            </a:lvl6pPr>
            <a:lvl7pPr marL="2743200" indent="0">
              <a:buNone/>
              <a:defRPr lang="ru-MO" sz="1600" b="1"/>
            </a:lvl7pPr>
            <a:lvl8pPr marL="3200400" indent="0">
              <a:buNone/>
              <a:defRPr lang="ru-MO" sz="1600" b="1"/>
            </a:lvl8pPr>
            <a:lvl9pPr marL="3657600" indent="0">
              <a:buNone/>
              <a:defRPr lang="ru-MO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843784" y="3127248"/>
            <a:ext cx="2029968" cy="2514600"/>
          </a:xfrm>
          <a:solidFill>
            <a:schemeClr val="accent5">
              <a:alpha val="30000"/>
            </a:schemeClr>
          </a:solidFill>
          <a:ln>
            <a:solidFill>
              <a:schemeClr val="tx1"/>
            </a:solidFill>
          </a:ln>
        </p:spPr>
        <p:txBody>
          <a:bodyPr tIns="182880" bIns="91440"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MO"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lang="ru-MO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ru-MO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ru-MO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ru-MO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84064" y="2438400"/>
            <a:ext cx="2029968" cy="530352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lang="ru-MO"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lang="ru-MO" sz="2000" b="1"/>
            </a:lvl2pPr>
            <a:lvl3pPr marL="914400" indent="0">
              <a:buNone/>
              <a:defRPr lang="ru-MO" sz="1800" b="1"/>
            </a:lvl3pPr>
            <a:lvl4pPr marL="1371600" indent="0">
              <a:buNone/>
              <a:defRPr lang="ru-MO" sz="1600" b="1"/>
            </a:lvl4pPr>
            <a:lvl5pPr marL="1828800" indent="0">
              <a:buNone/>
              <a:defRPr lang="ru-MO" sz="1600" b="1"/>
            </a:lvl5pPr>
            <a:lvl6pPr marL="2286000" indent="0">
              <a:buNone/>
              <a:defRPr lang="ru-MO" sz="1600" b="1"/>
            </a:lvl6pPr>
            <a:lvl7pPr marL="2743200" indent="0">
              <a:buNone/>
              <a:defRPr lang="ru-MO" sz="1600" b="1"/>
            </a:lvl7pPr>
            <a:lvl8pPr marL="3200400" indent="0">
              <a:buNone/>
              <a:defRPr lang="ru-MO" sz="1600" b="1"/>
            </a:lvl8pPr>
            <a:lvl9pPr marL="3657600" indent="0">
              <a:buNone/>
              <a:defRPr lang="ru-MO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Объект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84064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MO"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lang="ru-MO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ru-MO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ru-MO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ru-MO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843F725B-A33F-7FB2-E5C4-96EA154660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5200" y="2438400"/>
            <a:ext cx="2029968" cy="530352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lang="ru-MO"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lang="ru-MO" sz="2000" b="1"/>
            </a:lvl2pPr>
            <a:lvl3pPr marL="914400" indent="0">
              <a:buNone/>
              <a:defRPr lang="ru-MO" sz="1800" b="1"/>
            </a:lvl3pPr>
            <a:lvl4pPr marL="1371600" indent="0">
              <a:buNone/>
              <a:defRPr lang="ru-MO" sz="1600" b="1"/>
            </a:lvl4pPr>
            <a:lvl5pPr marL="1828800" indent="0">
              <a:buNone/>
              <a:defRPr lang="ru-MO" sz="1600" b="1"/>
            </a:lvl5pPr>
            <a:lvl6pPr marL="2286000" indent="0">
              <a:buNone/>
              <a:defRPr lang="ru-MO" sz="1600" b="1"/>
            </a:lvl6pPr>
            <a:lvl7pPr marL="2743200" indent="0">
              <a:buNone/>
              <a:defRPr lang="ru-MO" sz="1600" b="1"/>
            </a:lvl7pPr>
            <a:lvl8pPr marL="3200400" indent="0">
              <a:buNone/>
              <a:defRPr lang="ru-MO" sz="1600" b="1"/>
            </a:lvl8pPr>
            <a:lvl9pPr marL="3657600" indent="0">
              <a:buNone/>
              <a:defRPr lang="ru-MO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1" name="Объект 5">
            <a:extLst>
              <a:ext uri="{FF2B5EF4-FFF2-40B4-BE49-F238E27FC236}">
                <a16:creationId xmlns:a16="http://schemas.microsoft.com/office/drawing/2014/main" id="{D9DD0DA7-5A1E-5312-178F-13561EF7C23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15200" y="3127248"/>
            <a:ext cx="2029968" cy="2514600"/>
          </a:xfrm>
          <a:solidFill>
            <a:schemeClr val="accent1"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MO"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lang="ru-MO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ru-MO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ru-MO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ru-MO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5FBC3880-98AC-466C-7AD1-FDC8B39587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6336" y="2438400"/>
            <a:ext cx="2029968" cy="530352"/>
          </a:xfrm>
          <a:solidFill>
            <a:schemeClr val="tx1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1000"/>
              </a:spcBef>
              <a:buNone/>
              <a:defRPr lang="ru-MO" sz="2000" b="1" cap="all" spc="2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lang="ru-MO" sz="2000" b="1"/>
            </a:lvl2pPr>
            <a:lvl3pPr marL="914400" indent="0">
              <a:buNone/>
              <a:defRPr lang="ru-MO" sz="1800" b="1"/>
            </a:lvl3pPr>
            <a:lvl4pPr marL="1371600" indent="0">
              <a:buNone/>
              <a:defRPr lang="ru-MO" sz="1600" b="1"/>
            </a:lvl4pPr>
            <a:lvl5pPr marL="1828800" indent="0">
              <a:buNone/>
              <a:defRPr lang="ru-MO" sz="1600" b="1"/>
            </a:lvl5pPr>
            <a:lvl6pPr marL="2286000" indent="0">
              <a:buNone/>
              <a:defRPr lang="ru-MO" sz="1600" b="1"/>
            </a:lvl6pPr>
            <a:lvl7pPr marL="2743200" indent="0">
              <a:buNone/>
              <a:defRPr lang="ru-MO" sz="1600" b="1"/>
            </a:lvl7pPr>
            <a:lvl8pPr marL="3200400" indent="0">
              <a:buNone/>
              <a:defRPr lang="ru-MO" sz="1600" b="1"/>
            </a:lvl8pPr>
            <a:lvl9pPr marL="3657600" indent="0">
              <a:buNone/>
              <a:defRPr lang="ru-MO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3" name="Объект 5">
            <a:extLst>
              <a:ext uri="{FF2B5EF4-FFF2-40B4-BE49-F238E27FC236}">
                <a16:creationId xmlns:a16="http://schemas.microsoft.com/office/drawing/2014/main" id="{24965100-8EF5-0264-CEE5-BD5BF190163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46336" y="3127248"/>
            <a:ext cx="2029968" cy="2514600"/>
          </a:xfr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txBody>
          <a:bodyPr tIns="182880" bIns="91440"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MO" sz="1600" spc="100" baseline="0"/>
            </a:lvl1pPr>
            <a:lvl2pPr marL="228600">
              <a:lnSpc>
                <a:spcPct val="100000"/>
              </a:lnSpc>
              <a:spcBef>
                <a:spcPts val="0"/>
              </a:spcBef>
              <a:defRPr lang="ru-MO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ru-MO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ru-MO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ru-MO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65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CC3D06-2435-B655-8AA5-11CCBBEF19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762234" y="0"/>
            <a:ext cx="3429766" cy="682142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ru-MO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5D1E9421-BC85-99CB-EB40-1863FA62274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-25907" y="3072704"/>
            <a:ext cx="1783080" cy="512064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2000" b="1" cap="all" spc="200" baseline="0"/>
            </a:lvl1pPr>
          </a:lstStyle>
          <a:p>
            <a:pPr lvl="0" rtl="0"/>
            <a:r>
              <a:rPr lang="ru-RU" noProof="0"/>
              <a:t>МММ ГГГГ</a:t>
            </a:r>
          </a:p>
        </p:txBody>
      </p:sp>
      <p:sp>
        <p:nvSpPr>
          <p:cNvPr id="41" name="Текст 40">
            <a:extLst>
              <a:ext uri="{FF2B5EF4-FFF2-40B4-BE49-F238E27FC236}">
                <a16:creationId xmlns:a16="http://schemas.microsoft.com/office/drawing/2014/main" id="{47BABAF8-5220-1E24-CE43-927FCCA269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6218" y="2432434"/>
            <a:ext cx="1644986" cy="1783080"/>
          </a:xfrm>
        </p:spPr>
        <p:txBody>
          <a:bodyPr lIns="91440" tIns="0" rIns="0" bIns="0"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MO" sz="1600" spc="100" baseline="0"/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8" name="Текст 33">
            <a:extLst>
              <a:ext uri="{FF2B5EF4-FFF2-40B4-BE49-F238E27FC236}">
                <a16:creationId xmlns:a16="http://schemas.microsoft.com/office/drawing/2014/main" id="{F1D095F8-4552-1F88-C37B-99775B68AC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2196136" y="4517644"/>
            <a:ext cx="1783080" cy="512064"/>
          </a:xfrm>
          <a:solidFill>
            <a:schemeClr val="accent2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2000" b="1" cap="all" spc="200" baseline="0"/>
            </a:lvl1pPr>
          </a:lstStyle>
          <a:p>
            <a:pPr lvl="0" rtl="0"/>
            <a:r>
              <a:rPr lang="ru-RU" noProof="0"/>
              <a:t>МММ ГГГГ</a:t>
            </a:r>
          </a:p>
        </p:txBody>
      </p:sp>
      <p:sp>
        <p:nvSpPr>
          <p:cNvPr id="48" name="Текст 40">
            <a:extLst>
              <a:ext uri="{FF2B5EF4-FFF2-40B4-BE49-F238E27FC236}">
                <a16:creationId xmlns:a16="http://schemas.microsoft.com/office/drawing/2014/main" id="{4C4BFA3E-7B57-DCDD-4EA6-16C64A3756B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83307" y="3882136"/>
            <a:ext cx="1644986" cy="1783080"/>
          </a:xfrm>
        </p:spPr>
        <p:txBody>
          <a:bodyPr lIns="91440" tIns="0" rIns="0" bIns="0"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MO" sz="1600" spc="100" baseline="0"/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5" name="Текст 33">
            <a:extLst>
              <a:ext uri="{FF2B5EF4-FFF2-40B4-BE49-F238E27FC236}">
                <a16:creationId xmlns:a16="http://schemas.microsoft.com/office/drawing/2014/main" id="{C65BF0DD-74C0-E055-CCAC-600751F517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4418179" y="3067943"/>
            <a:ext cx="1783080" cy="512064"/>
          </a:xfrm>
          <a:solidFill>
            <a:schemeClr val="accent3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2000" b="1" cap="all" spc="200" baseline="0"/>
            </a:lvl1pPr>
          </a:lstStyle>
          <a:p>
            <a:pPr lvl="0" rtl="0"/>
            <a:r>
              <a:rPr lang="ru-RU" noProof="0"/>
              <a:t>МММ ГГГГ</a:t>
            </a:r>
          </a:p>
        </p:txBody>
      </p:sp>
      <p:sp>
        <p:nvSpPr>
          <p:cNvPr id="44" name="Текст 40">
            <a:extLst>
              <a:ext uri="{FF2B5EF4-FFF2-40B4-BE49-F238E27FC236}">
                <a16:creationId xmlns:a16="http://schemas.microsoft.com/office/drawing/2014/main" id="{25927394-D1A0-C084-C689-F7A4EEE924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89586" y="2432435"/>
            <a:ext cx="1644986" cy="1783080"/>
          </a:xfrm>
        </p:spPr>
        <p:txBody>
          <a:bodyPr lIns="91440" tIns="0" rIns="0" bIns="0"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MO" sz="1600" spc="100" baseline="0"/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9" name="Текст 33">
            <a:extLst>
              <a:ext uri="{FF2B5EF4-FFF2-40B4-BE49-F238E27FC236}">
                <a16:creationId xmlns:a16="http://schemas.microsoft.com/office/drawing/2014/main" id="{08F0F1F2-0D4E-95EA-349B-D734163FD5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6640222" y="4517644"/>
            <a:ext cx="1783080" cy="512064"/>
          </a:xfrm>
          <a:solidFill>
            <a:schemeClr val="accent4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2000" b="1" cap="all" spc="200" baseline="0"/>
            </a:lvl1pPr>
          </a:lstStyle>
          <a:p>
            <a:pPr lvl="0" rtl="0"/>
            <a:r>
              <a:rPr lang="ru-RU" noProof="0"/>
              <a:t>МММ ГГГГ</a:t>
            </a:r>
          </a:p>
        </p:txBody>
      </p:sp>
      <p:sp>
        <p:nvSpPr>
          <p:cNvPr id="46" name="Текст 40">
            <a:extLst>
              <a:ext uri="{FF2B5EF4-FFF2-40B4-BE49-F238E27FC236}">
                <a16:creationId xmlns:a16="http://schemas.microsoft.com/office/drawing/2014/main" id="{B322E7EB-0174-5A8C-5BE3-F501B5670F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27392" y="3882136"/>
            <a:ext cx="1644986" cy="1783080"/>
          </a:xfrm>
        </p:spPr>
        <p:txBody>
          <a:bodyPr lIns="91440" tIns="0" rIns="0" bIns="0"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MO" sz="1600" spc="100" baseline="0"/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6" name="Текст 33">
            <a:extLst>
              <a:ext uri="{FF2B5EF4-FFF2-40B4-BE49-F238E27FC236}">
                <a16:creationId xmlns:a16="http://schemas.microsoft.com/office/drawing/2014/main" id="{36C15449-A445-41A6-EAD9-37446450CC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8862264" y="3072704"/>
            <a:ext cx="1783080" cy="512064"/>
          </a:xfrm>
          <a:solidFill>
            <a:schemeClr val="accent5"/>
          </a:solidFill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MO" sz="2000" b="1" cap="all" spc="200" baseline="0"/>
            </a:lvl1pPr>
          </a:lstStyle>
          <a:p>
            <a:pPr lvl="0" rtl="0"/>
            <a:r>
              <a:rPr lang="ru-RU" noProof="0"/>
              <a:t>МММ ГГГГ</a:t>
            </a:r>
          </a:p>
        </p:txBody>
      </p:sp>
      <p:sp>
        <p:nvSpPr>
          <p:cNvPr id="45" name="Текст 40">
            <a:extLst>
              <a:ext uri="{FF2B5EF4-FFF2-40B4-BE49-F238E27FC236}">
                <a16:creationId xmlns:a16="http://schemas.microsoft.com/office/drawing/2014/main" id="{E6B7327B-EA3B-790D-AB08-0ED1D2FB40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035230" y="2437196"/>
            <a:ext cx="1796654" cy="1783080"/>
          </a:xfrm>
        </p:spPr>
        <p:txBody>
          <a:bodyPr lIns="91440" tIns="0" rIns="0" bIns="0" rtlCol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MO" sz="1600" spc="100" baseline="0"/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120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070F102-837A-486A-0CD4-E957B66B87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931920"/>
            <a:ext cx="5470497" cy="292608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19FAF77-1797-C11F-A1A9-B351E30B37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08215" y="0"/>
            <a:ext cx="4983785" cy="227685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ru-MO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2648" y="2438400"/>
            <a:ext cx="5157787" cy="365760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MO" sz="2000" b="1" cap="all" spc="200" baseline="0">
                <a:latin typeface="+mj-lt"/>
              </a:defRPr>
            </a:lvl1pPr>
            <a:lvl2pPr marL="457200" indent="0">
              <a:buNone/>
              <a:defRPr lang="ru-MO" sz="2000" b="1"/>
            </a:lvl2pPr>
            <a:lvl3pPr marL="914400" indent="0">
              <a:buNone/>
              <a:defRPr lang="ru-MO" sz="1800" b="1"/>
            </a:lvl3pPr>
            <a:lvl4pPr marL="1371600" indent="0">
              <a:buNone/>
              <a:defRPr lang="ru-MO" sz="1600" b="1"/>
            </a:lvl4pPr>
            <a:lvl5pPr marL="1828800" indent="0">
              <a:buNone/>
              <a:defRPr lang="ru-MO" sz="1600" b="1"/>
            </a:lvl5pPr>
            <a:lvl6pPr marL="2286000" indent="0">
              <a:buNone/>
              <a:defRPr lang="ru-MO" sz="1600" b="1"/>
            </a:lvl6pPr>
            <a:lvl7pPr marL="2743200" indent="0">
              <a:buNone/>
              <a:defRPr lang="ru-MO" sz="1600" b="1"/>
            </a:lvl7pPr>
            <a:lvl8pPr marL="3200400" indent="0">
              <a:buNone/>
              <a:defRPr lang="ru-MO" sz="1600" b="1"/>
            </a:lvl8pPr>
            <a:lvl9pPr marL="3657600" indent="0">
              <a:buNone/>
              <a:defRPr lang="ru-MO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2648" y="2871216"/>
            <a:ext cx="5157787" cy="3247462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000"/>
              </a:spcBef>
              <a:defRPr lang="ru-MO"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lang="ru-MO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ru-MO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ru-MO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ru-MO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00800" y="2438400"/>
            <a:ext cx="5183188" cy="365760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MO" sz="2000" b="1" cap="all" spc="200" baseline="0">
                <a:latin typeface="+mj-lt"/>
              </a:defRPr>
            </a:lvl1pPr>
            <a:lvl2pPr marL="457200" indent="0">
              <a:buNone/>
              <a:defRPr lang="ru-MO" sz="2000" b="1"/>
            </a:lvl2pPr>
            <a:lvl3pPr marL="914400" indent="0">
              <a:buNone/>
              <a:defRPr lang="ru-MO" sz="1800" b="1"/>
            </a:lvl3pPr>
            <a:lvl4pPr marL="1371600" indent="0">
              <a:buNone/>
              <a:defRPr lang="ru-MO" sz="1600" b="1"/>
            </a:lvl4pPr>
            <a:lvl5pPr marL="1828800" indent="0">
              <a:buNone/>
              <a:defRPr lang="ru-MO" sz="1600" b="1"/>
            </a:lvl5pPr>
            <a:lvl6pPr marL="2286000" indent="0">
              <a:buNone/>
              <a:defRPr lang="ru-MO" sz="1600" b="1"/>
            </a:lvl6pPr>
            <a:lvl7pPr marL="2743200" indent="0">
              <a:buNone/>
              <a:defRPr lang="ru-MO" sz="1600" b="1"/>
            </a:lvl7pPr>
            <a:lvl8pPr marL="3200400" indent="0">
              <a:buNone/>
              <a:defRPr lang="ru-MO" sz="1600" b="1"/>
            </a:lvl8pPr>
            <a:lvl9pPr marL="3657600" indent="0">
              <a:buNone/>
              <a:defRPr lang="ru-MO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00800" y="2871216"/>
            <a:ext cx="5183188" cy="3247462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000"/>
              </a:spcBef>
              <a:defRPr lang="ru-MO"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lang="ru-MO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ru-MO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ru-MO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ru-MO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E1E66A3-7FD1-08A5-8B20-36C5331DCF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53650" y="4014216"/>
            <a:ext cx="5738350" cy="284378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464B067-71A6-CB30-BD46-5499FAAE00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458968" cy="291991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ru-MO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2648" y="2438400"/>
            <a:ext cx="3419856" cy="365760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MO" sz="2000" b="1" cap="all" spc="200" baseline="0">
                <a:latin typeface="+mj-lt"/>
              </a:defRPr>
            </a:lvl1pPr>
            <a:lvl2pPr marL="457200" indent="0">
              <a:buNone/>
              <a:defRPr lang="ru-MO" sz="2000" b="1"/>
            </a:lvl2pPr>
            <a:lvl3pPr marL="914400" indent="0">
              <a:buNone/>
              <a:defRPr lang="ru-MO" sz="1800" b="1"/>
            </a:lvl3pPr>
            <a:lvl4pPr marL="1371600" indent="0">
              <a:buNone/>
              <a:defRPr lang="ru-MO" sz="1600" b="1"/>
            </a:lvl4pPr>
            <a:lvl5pPr marL="1828800" indent="0">
              <a:buNone/>
              <a:defRPr lang="ru-MO" sz="1600" b="1"/>
            </a:lvl5pPr>
            <a:lvl6pPr marL="2286000" indent="0">
              <a:buNone/>
              <a:defRPr lang="ru-MO" sz="1600" b="1"/>
            </a:lvl6pPr>
            <a:lvl7pPr marL="2743200" indent="0">
              <a:buNone/>
              <a:defRPr lang="ru-MO" sz="1600" b="1"/>
            </a:lvl7pPr>
            <a:lvl8pPr marL="3200400" indent="0">
              <a:buNone/>
              <a:defRPr lang="ru-MO" sz="1600" b="1"/>
            </a:lvl8pPr>
            <a:lvl9pPr marL="3657600" indent="0">
              <a:buNone/>
              <a:defRPr lang="ru-MO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2648" y="2871216"/>
            <a:ext cx="3419856" cy="2925554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000"/>
              </a:spcBef>
              <a:defRPr lang="ru-MO"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lang="ru-MO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ru-MO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ru-MO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ru-MO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07408" y="2438400"/>
            <a:ext cx="3419856" cy="365760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MO" sz="2000" b="1" cap="all" spc="200" baseline="0">
                <a:latin typeface="+mj-lt"/>
              </a:defRPr>
            </a:lvl1pPr>
            <a:lvl2pPr marL="457200" indent="0">
              <a:buNone/>
              <a:defRPr lang="ru-MO" sz="2000" b="1"/>
            </a:lvl2pPr>
            <a:lvl3pPr marL="914400" indent="0">
              <a:buNone/>
              <a:defRPr lang="ru-MO" sz="1800" b="1"/>
            </a:lvl3pPr>
            <a:lvl4pPr marL="1371600" indent="0">
              <a:buNone/>
              <a:defRPr lang="ru-MO" sz="1600" b="1"/>
            </a:lvl4pPr>
            <a:lvl5pPr marL="1828800" indent="0">
              <a:buNone/>
              <a:defRPr lang="ru-MO" sz="1600" b="1"/>
            </a:lvl5pPr>
            <a:lvl6pPr marL="2286000" indent="0">
              <a:buNone/>
              <a:defRPr lang="ru-MO" sz="1600" b="1"/>
            </a:lvl6pPr>
            <a:lvl7pPr marL="2743200" indent="0">
              <a:buNone/>
              <a:defRPr lang="ru-MO" sz="1600" b="1"/>
            </a:lvl7pPr>
            <a:lvl8pPr marL="3200400" indent="0">
              <a:buNone/>
              <a:defRPr lang="ru-MO" sz="1600" b="1"/>
            </a:lvl8pPr>
            <a:lvl9pPr marL="3657600" indent="0">
              <a:buNone/>
              <a:defRPr lang="ru-MO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407408" y="2871216"/>
            <a:ext cx="3419856" cy="2925554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000"/>
              </a:spcBef>
              <a:defRPr lang="ru-MO"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lang="ru-MO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ru-MO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ru-MO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ru-MO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9A48939F-0CF9-9CBD-F606-7A4850B91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83880" y="2438400"/>
            <a:ext cx="3419856" cy="365760"/>
          </a:xfrm>
        </p:spPr>
        <p:txBody>
          <a:bodyPr rtlCol="0" anchor="t"/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lang="ru-MO" sz="2000" b="1" cap="all" spc="200" baseline="0">
                <a:latin typeface="+mj-lt"/>
              </a:defRPr>
            </a:lvl1pPr>
            <a:lvl2pPr marL="457200" indent="0">
              <a:buNone/>
              <a:defRPr lang="ru-MO" sz="2000" b="1"/>
            </a:lvl2pPr>
            <a:lvl3pPr marL="914400" indent="0">
              <a:buNone/>
              <a:defRPr lang="ru-MO" sz="1800" b="1"/>
            </a:lvl3pPr>
            <a:lvl4pPr marL="1371600" indent="0">
              <a:buNone/>
              <a:defRPr lang="ru-MO" sz="1600" b="1"/>
            </a:lvl4pPr>
            <a:lvl5pPr marL="1828800" indent="0">
              <a:buNone/>
              <a:defRPr lang="ru-MO" sz="1600" b="1"/>
            </a:lvl5pPr>
            <a:lvl6pPr marL="2286000" indent="0">
              <a:buNone/>
              <a:defRPr lang="ru-MO" sz="1600" b="1"/>
            </a:lvl6pPr>
            <a:lvl7pPr marL="2743200" indent="0">
              <a:buNone/>
              <a:defRPr lang="ru-MO" sz="1600" b="1"/>
            </a:lvl7pPr>
            <a:lvl8pPr marL="3200400" indent="0">
              <a:buNone/>
              <a:defRPr lang="ru-MO" sz="1600" b="1"/>
            </a:lvl8pPr>
            <a:lvl9pPr marL="3657600" indent="0">
              <a:buNone/>
              <a:defRPr lang="ru-MO"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Объект 5">
            <a:extLst>
              <a:ext uri="{FF2B5EF4-FFF2-40B4-BE49-F238E27FC236}">
                <a16:creationId xmlns:a16="http://schemas.microsoft.com/office/drawing/2014/main" id="{693BC756-2B97-9751-B879-03B6F1C405C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83880" y="2871216"/>
            <a:ext cx="3419856" cy="2925554"/>
          </a:xfrm>
        </p:spPr>
        <p:txBody>
          <a:bodyPr rtlCol="0"/>
          <a:lstStyle>
            <a:lvl1pPr>
              <a:lnSpc>
                <a:spcPct val="100000"/>
              </a:lnSpc>
              <a:spcBef>
                <a:spcPts val="1000"/>
              </a:spcBef>
              <a:defRPr lang="ru-MO" sz="1600" spc="100" baseline="0"/>
            </a:lvl1pPr>
            <a:lvl2pPr>
              <a:lnSpc>
                <a:spcPct val="100000"/>
              </a:lnSpc>
              <a:spcBef>
                <a:spcPts val="1000"/>
              </a:spcBef>
              <a:defRPr lang="ru-MO" sz="1400" spc="100" baseline="0"/>
            </a:lvl2pPr>
            <a:lvl3pPr>
              <a:lnSpc>
                <a:spcPct val="100000"/>
              </a:lnSpc>
              <a:spcBef>
                <a:spcPts val="1000"/>
              </a:spcBef>
              <a:defRPr lang="ru-MO" sz="1200" spc="100" baseline="0"/>
            </a:lvl3pPr>
            <a:lvl4pPr>
              <a:lnSpc>
                <a:spcPct val="100000"/>
              </a:lnSpc>
              <a:spcBef>
                <a:spcPts val="1000"/>
              </a:spcBef>
              <a:defRPr lang="ru-MO" sz="1100" spc="100" baseline="0"/>
            </a:lvl4pPr>
            <a:lvl5pPr>
              <a:lnSpc>
                <a:spcPct val="100000"/>
              </a:lnSpc>
              <a:spcBef>
                <a:spcPts val="1000"/>
              </a:spcBef>
              <a:defRPr lang="ru-MO" sz="11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7AC635D-0E01-2452-CC44-1DAE0F96DF63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ED63FD-A76F-FB56-8D44-31BD432133C5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287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F45936-2436-D9FD-A05D-F3C70F90FD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758530"/>
            <a:ext cx="4700016" cy="309947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DF862D5-CF3B-E45B-934F-ACEF42B35B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5148072" cy="3436275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3392E024-DB0F-45F6-7A0A-359A5781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16152"/>
            <a:ext cx="5184648" cy="4416552"/>
          </a:xfrm>
        </p:spPr>
        <p:txBody>
          <a:bodyPr lIns="0" rIns="0" rtlCol="0"/>
          <a:lstStyle>
            <a:lvl1pPr algn="r">
              <a:defRPr lang="ru-MO" sz="4800" cap="all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59AC38BE-9C76-A3FA-7823-F4A4B43AB7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800" y="1216025"/>
            <a:ext cx="5184648" cy="4416425"/>
          </a:xfrm>
        </p:spPr>
        <p:txBody>
          <a:bodyPr rtlCol="0" anchor="ctr"/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ru-MO" sz="1600" spc="100" baseline="0"/>
            </a:lvl1pPr>
            <a:lvl2pPr marL="228600">
              <a:lnSpc>
                <a:spcPct val="150000"/>
              </a:lnSpc>
              <a:spcBef>
                <a:spcPts val="1000"/>
              </a:spcBef>
              <a:defRPr lang="ru-MO" sz="1600" spc="100" baseline="0"/>
            </a:lvl2pPr>
            <a:lvl3pPr marL="457200">
              <a:lnSpc>
                <a:spcPct val="150000"/>
              </a:lnSpc>
              <a:spcBef>
                <a:spcPts val="1000"/>
              </a:spcBef>
              <a:defRPr lang="ru-MO" sz="1600" spc="100" baseline="0"/>
            </a:lvl3pPr>
            <a:lvl4pPr marL="685800">
              <a:lnSpc>
                <a:spcPct val="150000"/>
              </a:lnSpc>
              <a:spcBef>
                <a:spcPts val="1000"/>
              </a:spcBef>
              <a:defRPr lang="ru-MO" sz="1600" spc="100" baseline="0"/>
            </a:lvl4pPr>
            <a:lvl5pPr marL="914400">
              <a:lnSpc>
                <a:spcPct val="150000"/>
              </a:lnSpc>
              <a:spcBef>
                <a:spcPts val="1000"/>
              </a:spcBef>
              <a:defRPr lang="ru-MO" sz="1600" spc="10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888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9AFB71-7F33-280E-7877-06F4AFFF06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0B0FF2F-3458-EA78-83DC-46FB2E5CE1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8992" y="1956816"/>
            <a:ext cx="10040112" cy="2387600"/>
          </a:xfrm>
        </p:spPr>
        <p:txBody>
          <a:bodyPr rtlCol="0" anchor="t">
            <a:noAutofit/>
          </a:bodyPr>
          <a:lstStyle>
            <a:lvl1pPr algn="l">
              <a:defRPr lang="ru-MO" sz="9600" spc="300" baseline="0">
                <a:ln w="28575">
                  <a:solidFill>
                    <a:schemeClr val="tx1"/>
                  </a:solidFill>
                </a:ln>
                <a:noFill/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DC93615E-193E-5253-6EE0-EC01791E3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3483864"/>
            <a:ext cx="10040112" cy="1280160"/>
          </a:xfrm>
        </p:spPr>
        <p:txBody>
          <a:bodyPr rtlCol="0"/>
          <a:lstStyle>
            <a:lvl1pPr marL="0" indent="0" algn="l">
              <a:buNone/>
              <a:defRPr lang="ru-MO" sz="2400" b="1" baseline="0">
                <a:latin typeface="+mn-lt"/>
              </a:defRPr>
            </a:lvl1pPr>
            <a:lvl2pPr marL="457200" indent="0" algn="ctr">
              <a:buNone/>
              <a:defRPr lang="ru-MO" sz="2000"/>
            </a:lvl2pPr>
            <a:lvl3pPr marL="914400" indent="0" algn="ctr">
              <a:buNone/>
              <a:defRPr lang="ru-MO" sz="1800"/>
            </a:lvl3pPr>
            <a:lvl4pPr marL="1371600" indent="0" algn="ctr">
              <a:buNone/>
              <a:defRPr lang="ru-MO" sz="1600"/>
            </a:lvl4pPr>
            <a:lvl5pPr marL="1828800" indent="0" algn="ctr">
              <a:buNone/>
              <a:defRPr lang="ru-MO" sz="1600"/>
            </a:lvl5pPr>
            <a:lvl6pPr marL="2286000" indent="0" algn="ctr">
              <a:buNone/>
              <a:defRPr lang="ru-MO" sz="1600"/>
            </a:lvl6pPr>
            <a:lvl7pPr marL="2743200" indent="0" algn="ctr">
              <a:buNone/>
              <a:defRPr lang="ru-MO" sz="1600"/>
            </a:lvl7pPr>
            <a:lvl8pPr marL="3200400" indent="0" algn="ctr">
              <a:buNone/>
              <a:defRPr lang="ru-MO" sz="1600"/>
            </a:lvl8pPr>
            <a:lvl9pPr marL="3657600" indent="0" algn="ctr">
              <a:buNone/>
              <a:defRPr lang="ru-MO"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0355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35C8AF3-79E7-17ED-9EB4-3006B31E422C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75A76CC-ED26-C4F7-5AB6-59D1A4C4A7F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EDC48-AA67-6FC9-FF0E-CD3CB49A5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68679"/>
            <a:ext cx="10972800" cy="1572768"/>
          </a:xfrm>
        </p:spPr>
        <p:txBody>
          <a:bodyPr lIns="91440" tIns="182880" rIns="91440" bIns="0" rtlCol="0"/>
          <a:lstStyle>
            <a:lvl1pPr algn="ctr">
              <a:lnSpc>
                <a:spcPct val="90000"/>
              </a:lnSpc>
              <a:defRPr lang="ru-MO" sz="4800" spc="400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418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ru-MO" sz="3200">
                <a:latin typeface="+mj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lang="ru-MO" sz="3200"/>
            </a:lvl1pPr>
            <a:lvl2pPr>
              <a:defRPr lang="ru-MO" sz="2800"/>
            </a:lvl2pPr>
            <a:lvl3pPr>
              <a:defRPr lang="ru-MO" sz="2400"/>
            </a:lvl3pPr>
            <a:lvl4pPr>
              <a:defRPr lang="ru-MO" sz="2000"/>
            </a:lvl4pPr>
            <a:lvl5pPr>
              <a:defRPr lang="ru-MO" sz="2000"/>
            </a:lvl5pPr>
            <a:lvl6pPr>
              <a:defRPr lang="ru-MO" sz="2000"/>
            </a:lvl6pPr>
            <a:lvl7pPr>
              <a:defRPr lang="ru-MO" sz="2000"/>
            </a:lvl7pPr>
            <a:lvl8pPr>
              <a:defRPr lang="ru-MO" sz="2000"/>
            </a:lvl8pPr>
            <a:lvl9pPr>
              <a:defRPr lang="ru-MO" sz="2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ru-MO" sz="1600"/>
            </a:lvl1pPr>
            <a:lvl2pPr marL="457200" indent="0">
              <a:buNone/>
              <a:defRPr lang="ru-MO" sz="1400"/>
            </a:lvl2pPr>
            <a:lvl3pPr marL="914400" indent="0">
              <a:buNone/>
              <a:defRPr lang="ru-MO" sz="1200"/>
            </a:lvl3pPr>
            <a:lvl4pPr marL="1371600" indent="0">
              <a:buNone/>
              <a:defRPr lang="ru-MO" sz="1000"/>
            </a:lvl4pPr>
            <a:lvl5pPr marL="1828800" indent="0">
              <a:buNone/>
              <a:defRPr lang="ru-MO" sz="1000"/>
            </a:lvl5pPr>
            <a:lvl6pPr marL="2286000" indent="0">
              <a:buNone/>
              <a:defRPr lang="ru-MO" sz="1000"/>
            </a:lvl6pPr>
            <a:lvl7pPr marL="2743200" indent="0">
              <a:buNone/>
              <a:defRPr lang="ru-MO" sz="1000"/>
            </a:lvl7pPr>
            <a:lvl8pPr marL="3200400" indent="0">
              <a:buNone/>
              <a:defRPr lang="ru-MO" sz="1000"/>
            </a:lvl8pPr>
            <a:lvl9pPr marL="3657600" indent="0">
              <a:buNone/>
              <a:defRPr lang="ru-MO"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5754AE8D-13E4-BDDA-7C36-A9E08FD0A0E8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6CE37136-8479-8CDC-7EEB-030C1A8151EF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ru-MO" sz="3200">
                <a:latin typeface="+mj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lang="ru-MO" sz="3200"/>
            </a:lvl1pPr>
            <a:lvl2pPr marL="457200" indent="0">
              <a:buNone/>
              <a:defRPr lang="ru-MO" sz="2800"/>
            </a:lvl2pPr>
            <a:lvl3pPr marL="914400" indent="0">
              <a:buNone/>
              <a:defRPr lang="ru-MO" sz="2400"/>
            </a:lvl3pPr>
            <a:lvl4pPr marL="1371600" indent="0">
              <a:buNone/>
              <a:defRPr lang="ru-MO" sz="2000"/>
            </a:lvl4pPr>
            <a:lvl5pPr marL="1828800" indent="0">
              <a:buNone/>
              <a:defRPr lang="ru-MO" sz="2000"/>
            </a:lvl5pPr>
            <a:lvl6pPr marL="2286000" indent="0">
              <a:buNone/>
              <a:defRPr lang="ru-MO" sz="2000"/>
            </a:lvl6pPr>
            <a:lvl7pPr marL="2743200" indent="0">
              <a:buNone/>
              <a:defRPr lang="ru-MO" sz="2000"/>
            </a:lvl7pPr>
            <a:lvl8pPr marL="3200400" indent="0">
              <a:buNone/>
              <a:defRPr lang="ru-MO" sz="2000"/>
            </a:lvl8pPr>
            <a:lvl9pPr marL="3657600" indent="0">
              <a:buNone/>
              <a:defRPr lang="ru-MO" sz="2000"/>
            </a:lvl9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ru-MO" sz="1600"/>
            </a:lvl1pPr>
            <a:lvl2pPr marL="457200" indent="0">
              <a:buNone/>
              <a:defRPr lang="ru-MO" sz="1400"/>
            </a:lvl2pPr>
            <a:lvl3pPr marL="914400" indent="0">
              <a:buNone/>
              <a:defRPr lang="ru-MO" sz="1200"/>
            </a:lvl3pPr>
            <a:lvl4pPr marL="1371600" indent="0">
              <a:buNone/>
              <a:defRPr lang="ru-MO" sz="1000"/>
            </a:lvl4pPr>
            <a:lvl5pPr marL="1828800" indent="0">
              <a:buNone/>
              <a:defRPr lang="ru-MO" sz="1000"/>
            </a:lvl5pPr>
            <a:lvl6pPr marL="2286000" indent="0">
              <a:buNone/>
              <a:defRPr lang="ru-MO" sz="1000"/>
            </a:lvl6pPr>
            <a:lvl7pPr marL="2743200" indent="0">
              <a:buNone/>
              <a:defRPr lang="ru-MO" sz="1000"/>
            </a:lvl7pPr>
            <a:lvl8pPr marL="3200400" indent="0">
              <a:buNone/>
              <a:defRPr lang="ru-MO" sz="1000"/>
            </a:lvl8pPr>
            <a:lvl9pPr marL="3657600" indent="0">
              <a:buNone/>
              <a:defRPr lang="ru-MO"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rtlCol="0"/>
          <a:lstStyle>
            <a:defPPr>
              <a:defRPr lang="ru-MO"/>
            </a:defPPr>
          </a:lstStyle>
          <a:p>
            <a:pPr rtl="0"/>
            <a:fld id="{294A09A9-5501-47C1-A89A-A340965A2B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DC6EFE9-BD9C-6124-823A-BD1C488321D2}"/>
              </a:ext>
            </a:extLst>
          </p:cNvPr>
          <p:cNvCxnSpPr>
            <a:cxnSpLocks/>
          </p:cNvCxnSpPr>
          <p:nvPr userDrawn="1"/>
        </p:nvCxnSpPr>
        <p:spPr>
          <a:xfrm>
            <a:off x="5251048" y="868101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1B53473-DF27-C657-627F-ED66976E076B}"/>
              </a:ext>
            </a:extLst>
          </p:cNvPr>
          <p:cNvCxnSpPr>
            <a:cxnSpLocks/>
          </p:cNvCxnSpPr>
          <p:nvPr userDrawn="1"/>
        </p:nvCxnSpPr>
        <p:spPr>
          <a:xfrm>
            <a:off x="5251048" y="5995687"/>
            <a:ext cx="168990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Образец фона&#10;&#10;Автоматически созданное описание">
            <a:extLst>
              <a:ext uri="{FF2B5EF4-FFF2-40B4-BE49-F238E27FC236}">
                <a16:creationId xmlns:a16="http://schemas.microsoft.com/office/drawing/2014/main" id="{E020D11E-3FF2-1E7F-038B-4F9534916FE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0127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MO"/>
            </a:def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3104752"/>
            <a:ext cx="11430000" cy="20922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MO"/>
            </a:def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11575"/>
            <a:ext cx="4114800" cy="856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MO"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r>
              <a:rPr lang="ru-RU" noProof="0"/>
              <a:t>ЗАГОЛОВОК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38600" y="6006546"/>
            <a:ext cx="4114800" cy="8514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MO" sz="1200" b="1" i="0" spc="200" baseline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r>
              <a:rPr lang="ru-RU" noProof="0"/>
              <a:t>&lt;##&gt;</a:t>
            </a:r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1" r:id="rId4"/>
    <p:sldLayoutId id="2147483662" r:id="rId5"/>
    <p:sldLayoutId id="2147483665" r:id="rId6"/>
    <p:sldLayoutId id="2147483669" r:id="rId7"/>
    <p:sldLayoutId id="2147483658" r:id="rId8"/>
    <p:sldLayoutId id="2147483666" r:id="rId9"/>
    <p:sldLayoutId id="2147483668" r:id="rId10"/>
    <p:sldLayoutId id="2147483670" r:id="rId11"/>
    <p:sldLayoutId id="2147483653" r:id="rId12"/>
    <p:sldLayoutId id="2147483667" r:id="rId13"/>
    <p:sldLayoutId id="2147483661" r:id="rId14"/>
    <p:sldLayoutId id="2147483660" r:id="rId15"/>
    <p:sldLayoutId id="2147483655" r:id="rId16"/>
    <p:sldLayoutId id="2147483659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MO" sz="4400" b="1" i="0" kern="1200" cap="all" spc="40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MO" sz="2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MO" sz="24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MO" sz="20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MO"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MO" sz="1800" b="0" i="0" kern="1200" spc="5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MO"/>
      </a:defPPr>
      <a:lvl1pPr marL="0" algn="l" defTabSz="914400" rtl="0" eaLnBrk="1" latinLnBrk="0" hangingPunct="1"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MO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dirty="0"/>
              <a:t>НАЗВАНИЕ 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>
            <a:defPPr>
              <a:defRPr lang="ru-MO"/>
            </a:defPPr>
          </a:lstStyle>
          <a:p>
            <a:pPr rtl="0"/>
            <a:r>
              <a:rPr lang="ru-RU" dirty="0"/>
              <a:t>Учар Рони Алан </a:t>
            </a:r>
            <a:r>
              <a:rPr lang="ru-RU" dirty="0" err="1"/>
              <a:t>Метинович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7648" y="2708920"/>
            <a:ext cx="10040112" cy="2387600"/>
          </a:xfrm>
        </p:spPr>
        <p:txBody>
          <a:bodyPr rtlCol="0" anchor="t">
            <a:noAutofit/>
          </a:bodyPr>
          <a:lstStyle>
            <a:defPPr>
              <a:defRPr lang="ru-MO"/>
            </a:defPPr>
          </a:lstStyle>
          <a:p>
            <a:pPr algn="l" rtl="0"/>
            <a:r>
              <a:rPr lang="ru-RU" sz="9600" spc="300" dirty="0">
                <a:ln w="28575">
                  <a:solidFill>
                    <a:schemeClr val="tx1"/>
                  </a:solidFill>
                </a:ln>
                <a:noFill/>
              </a:rPr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6277310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Droplet">
      <a:dk1>
        <a:srgbClr val="000000"/>
      </a:dk1>
      <a:lt1>
        <a:srgbClr val="FFFFFF"/>
      </a:lt1>
      <a:dk2>
        <a:srgbClr val="0065A8"/>
      </a:dk2>
      <a:lt2>
        <a:srgbClr val="E7E6E6"/>
      </a:lt2>
      <a:accent1>
        <a:srgbClr val="FDCFFD"/>
      </a:accent1>
      <a:accent2>
        <a:srgbClr val="B6DFFF"/>
      </a:accent2>
      <a:accent3>
        <a:srgbClr val="8AE3A8"/>
      </a:accent3>
      <a:accent4>
        <a:srgbClr val="A69BFB"/>
      </a:accent4>
      <a:accent5>
        <a:srgbClr val="B5C3FF"/>
      </a:accent5>
      <a:accent6>
        <a:srgbClr val="73E9C4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8771600_TF34316244_Win32" id="{F23ED7DB-3505-4CCC-A23C-737A653B864F}" vid="{EE05B8AF-BDE5-44BA-8AE4-882478C46B66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B9CED55E8F8543BEFD54205924B97E" ma:contentTypeVersion="15" ma:contentTypeDescription="Create a new document." ma:contentTypeScope="" ma:versionID="7934cfc98febfa177962bc8a36be076c">
  <xsd:schema xmlns:xsd="http://www.w3.org/2001/XMLSchema" xmlns:xs="http://www.w3.org/2001/XMLSchema" xmlns:p="http://schemas.microsoft.com/office/2006/metadata/properties" xmlns:ns2="4f0d45a2-344c-4fe0-9811-4277bf2c2e17" xmlns:ns3="bb13cd20-357b-48a5-aff4-3bb4b52aae3e" targetNamespace="http://schemas.microsoft.com/office/2006/metadata/properties" ma:root="true" ma:fieldsID="aa190bc864bcebc737c679dbb323a16d" ns2:_="" ns3:_="">
    <xsd:import namespace="4f0d45a2-344c-4fe0-9811-4277bf2c2e17"/>
    <xsd:import namespace="bb13cd20-357b-48a5-aff4-3bb4b52aae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0d45a2-344c-4fe0-9811-4277bf2c2e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42cf434-6fa7-423d-b9b2-a30b23ae4b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13cd20-357b-48a5-aff4-3bb4b52aae3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8435a69-c5f6-4b2d-823a-b7e1eae613dc}" ma:internalName="TaxCatchAll" ma:showField="CatchAllData" ma:web="bb13cd20-357b-48a5-aff4-3bb4b52aae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13cd20-357b-48a5-aff4-3bb4b52aae3e" xsi:nil="true"/>
    <MediaServiceKeyPoints xmlns="4f0d45a2-344c-4fe0-9811-4277bf2c2e17" xsi:nil="true"/>
    <lcf76f155ced4ddcb4097134ff3c332f xmlns="4f0d45a2-344c-4fe0-9811-4277bf2c2e17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87CEBD-BBDE-418A-B819-466B763DD4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0d45a2-344c-4fe0-9811-4277bf2c2e17"/>
    <ds:schemaRef ds:uri="bb13cd20-357b-48a5-aff4-3bb4b52aae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4FA603-F875-4A03-93C9-402691CFAD8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  <ds:schemaRef ds:uri="bb13cd20-357b-48a5-aff4-3bb4b52aae3e"/>
    <ds:schemaRef ds:uri="4f0d45a2-344c-4fe0-9811-4277bf2c2e17"/>
  </ds:schemaRefs>
</ds:datastoreItem>
</file>

<file path=customXml/itemProps3.xml><?xml version="1.0" encoding="utf-8"?>
<ds:datastoreItem xmlns:ds="http://schemas.openxmlformats.org/officeDocument/2006/customXml" ds:itemID="{2421B937-7172-47A3-B8EF-010B04CBBB9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Оформление Капля</Template>
  <TotalTime>7</TotalTime>
  <Words>9</Words>
  <Application>Microsoft Office PowerPoint</Application>
  <PresentationFormat>Широкоэкранный</PresentationFormat>
  <Paragraphs>5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Тема Office</vt:lpstr>
      <vt:lpstr>НАЗВАНИЕ ПРЕЗЕНТАЦИИ</vt:lpstr>
      <vt:lpstr>СПАСИБО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ПРЕЗЕНТАЦИИ</dc:title>
  <dc:creator>Игнат Некрасов</dc:creator>
  <cp:lastModifiedBy>Игнат Некрасов</cp:lastModifiedBy>
  <cp:revision>1</cp:revision>
  <dcterms:created xsi:type="dcterms:W3CDTF">2026-05-14T18:10:57Z</dcterms:created>
  <dcterms:modified xsi:type="dcterms:W3CDTF">2026-05-14T18:18:25Z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0x0101003AB9CED55E8F8543BEFD54205924B97E</vt:lpwstr>
  </property>
</Properties>
</file>